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463040"/>
            <a:ext cx="4023360" cy="402336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2926080" cy="2926080"/>
          </a:xfrm>
          <a:prstGeom prst="ellipse">
            <a:avLst/>
          </a:prstGeom>
          <a:solidFill>
            <a:srgbClr val="02C39A">
              <a:alpha val="2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• SPRING 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18288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Regression Challenge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Recovering a clean signal from a deliberately noisy, outlier-dominated target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the baseline 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Public R² 0.0544   ·   Private R² 0.0463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Shuonan Chen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TL;DR — one idea, carefully executed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572768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a monotone non-linear transform of a linear combination of features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so the structure is simple, but the transform's explosive tails make raw R² an outlier-dominated, high-variance metric. The winning move is not a fancier model; it is predicting the conditional mean and shrinking it to avoid catastrophic tail overshoot.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3502152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3246120"/>
            <a:ext cx="3502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0.67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9136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 rank-corr vs 0.04 linear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261104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is monotone, not linear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70248" y="3108960"/>
            <a:ext cx="3502152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70248" y="3246120"/>
            <a:ext cx="3502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49.6%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453128" y="39136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SST in ONE point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53128" y="4261104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ruled by a few outliers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91856" y="3108960"/>
            <a:ext cx="3502152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91856" y="3246120"/>
            <a:ext cx="3502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 = 0.40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174736" y="39136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shrinkage toward the mean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74736" y="4261104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R² from −0.45 to positive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937760"/>
            <a:ext cx="11064240" cy="1325880"/>
          </a:xfrm>
          <a:prstGeom prst="roundRect">
            <a:avLst>
              <a:gd name="adj" fmla="val 4828"/>
            </a:avLst>
          </a:prstGeom>
          <a:solidFill>
            <a:srgbClr val="21295C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50749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seed-averaged, regularized gradient-boosted tree on the raw target, shrunk toward the train mean. </a:t>
            </a:r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the Baseline (200 pts) with Public 0.0544 / Private 0.0463 — both above the cross-validated estimate.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what the data looks like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98448" y="93268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train / 2,500 test · 15 anonymous numeric features (x0–x14) · ~1.2% values missing per column</a:t>
            </a:r>
            <a:endParaRPr lang="en-US" sz="1300" dirty="0"/>
          </a:p>
        </p:txBody>
      </p:sp>
      <p:pic>
        <p:nvPicPr>
          <p:cNvPr id="6" name="Image 0" descr="img/fig1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766560" cy="26243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43800" y="1554480"/>
            <a:ext cx="4069080" cy="2624328"/>
          </a:xfrm>
          <a:prstGeom prst="roundRect">
            <a:avLst>
              <a:gd name="adj" fmla="val 2439"/>
            </a:avLst>
          </a:prstGeom>
          <a:solidFill>
            <a:srgbClr val="EEF4F7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read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0" y="2103120"/>
            <a:ext cx="3703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≈ 0, IQR ≈ ±43, but min/max reach −41k / +70k.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target is wildly heavy-tailed (kurtosis ≈ 707).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signed-log transform makes it tame and symmetric.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~equal in train &amp; test, non-informative.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389120"/>
            <a:ext cx="11109960" cy="1828800"/>
          </a:xfrm>
          <a:prstGeom prst="roundRect">
            <a:avLst>
              <a:gd name="adj" fmla="val 3500"/>
            </a:avLst>
          </a:prstGeom>
          <a:solidFill>
            <a:srgbClr val="F4F8FA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44988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raw distribution matters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48920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is a sum-of-squares metric.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 whose values span four orders of magnitude means a few extreme rows dominate the error — so the way the target is shaped, not just the features, dictates the entire modeling strategy. The signed-log view tells us a clean linear story is hiding underneath.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the key discovery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98448" y="93268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correlation reveals a strong signal that linear correlation completely hides</a:t>
            </a:r>
            <a:endParaRPr lang="en-US" sz="1300" dirty="0"/>
          </a:p>
        </p:txBody>
      </p:sp>
      <p:pic>
        <p:nvPicPr>
          <p:cNvPr id="6" name="Image 0" descr="img/fig2_co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766560" cy="26243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43800" y="1554480"/>
            <a:ext cx="4069080" cy="2624328"/>
          </a:xfrm>
          <a:prstGeom prst="roundRect">
            <a:avLst>
              <a:gd name="adj" fmla="val 2439"/>
            </a:avLst>
          </a:prstGeom>
          <a:solidFill>
            <a:srgbClr val="EEF4F7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0" y="16916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 lied; Spearman told the truth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0" y="2331720"/>
            <a:ext cx="3703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 has rank-corr +0.67 but linear-corr only +0.04.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x5, x8, x2, x9 follow the same pattern.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monotone transform preserves rank, destroys linearity.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ratios show nothing (&lt;0.08) → no interactions.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389120"/>
            <a:ext cx="11109960" cy="18288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44988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hypothesis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 =  g( β·x + noise )      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 a steep, sign-preserving, tail-exploding monotone map.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31520" y="54406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Confirmed: a linear fit in signed-log space reaches Pearson 0.80 / Spearman 0.88 with the target. The deliberate noise lives inside g, where it is amplified into the extreme tails.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why this metric is a trap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98448" y="93268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decided by a handful of unpredictable points</a:t>
            </a:r>
            <a:endParaRPr lang="en-US" sz="1300" dirty="0"/>
          </a:p>
        </p:txBody>
      </p:sp>
      <p:pic>
        <p:nvPicPr>
          <p:cNvPr id="6" name="Image 0" descr="img/fig3_s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766560" cy="26243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43800" y="1554480"/>
            <a:ext cx="4069080" cy="2624328"/>
          </a:xfrm>
          <a:prstGeom prst="roundRect">
            <a:avLst>
              <a:gd name="adj" fmla="val 2439"/>
            </a:avLst>
          </a:prstGeom>
          <a:solidFill>
            <a:srgbClr val="EEF4F7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Consequences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0" y="2103120"/>
            <a:ext cx="3703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= 50% of SST; top 10 = 88%.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extremes are noise-driven → unpredictable.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Linear-signal raw-R² ceiling is only ≈ 0.012.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private hold DIFFERENT outliers → public LB is near-luck (exactly as organizers warned).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389120"/>
            <a:ext cx="11109960" cy="1828800"/>
          </a:xfrm>
          <a:prstGeom prst="roundRect">
            <a:avLst>
              <a:gd name="adj" fmla="val 3500"/>
            </a:avLst>
          </a:prstGeom>
          <a:solidFill>
            <a:srgbClr val="F4F8FA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44988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takeaway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489204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chase the public leaderboard, and don't overshoot.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max out near ±1,000 while true extremes are ±40,000, so we massively undershoot every big point — meaning getting the sign right and the scale modest is what reduces error. Optimize expected R² with a robust, fixed shrinkage rather than a data-fit scale that overfits training outliers.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Experiments — what we tried and why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98448" y="93268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approach validated on the raw-R² metric with repeated 5-fold CV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291840"/>
                <a:gridCol w="1645920"/>
                <a:gridCol w="30175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raw R²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on raw 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says 'linear'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tails wreck least-squares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on signed-log → invert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linear fit there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 inversion explodes tail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GBM on signed-log → invert / isotonic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the monotone map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 … −0.03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fixes sign, not variance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GBM on raw target (no shrink)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conditional 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 (high var)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overfits &amp; overshoots outliers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GBM on raw + shrinkage α ≈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B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tame overshoot, keep 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— best expected R²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seed-averaging ×8, mild clip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B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 prediction variance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 (stabler)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submission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values are 6×5-fold CV means; the chosen shrinkage row also raises the typical (median) fold to ≈ 0.035.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 model &amp; the shrinkage insight</a:t>
            </a:r>
            <a:endParaRPr lang="en-US" sz="2600" dirty="0"/>
          </a:p>
        </p:txBody>
      </p:sp>
      <p:pic>
        <p:nvPicPr>
          <p:cNvPr id="5" name="Image 0" descr="img/fig4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766560" cy="26243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43800" y="1371600"/>
            <a:ext cx="4069080" cy="2624328"/>
          </a:xfrm>
          <a:prstGeom prst="roundRect">
            <a:avLst>
              <a:gd name="adj" fmla="val 2439"/>
            </a:avLst>
          </a:prstGeom>
          <a:solidFill>
            <a:srgbClr val="EEF4F7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0" y="1481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0" y="1874520"/>
            <a:ext cx="3703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 on raw target (native NaN handling)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3, leaf 80, lr 0.03, L2 5 — deliberately shallow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over 8 seeds to cut prediction variance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shrink:  pred = mean + 0.40·(model − mean)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to observed train range as a safety net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4206240"/>
            <a:ext cx="11109960" cy="2011680"/>
          </a:xfrm>
          <a:prstGeom prst="roundRect">
            <a:avLst>
              <a:gd name="adj" fmla="val 3182"/>
            </a:avLst>
          </a:prstGeom>
          <a:solidFill>
            <a:srgbClr val="21295C"/>
          </a:solidFill>
          <a:ln w="12700">
            <a:solidFill>
              <a:srgbClr val="D6E2E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43159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shrinkage is the whole game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475488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the scale by least-squares overfits to training outliers (nested-CV R² collapses to 0.005). </a:t>
            </a:r>
            <a:pPr indent="0" marL="0">
              <a:lnSpc>
                <a:spcPct val="107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fixed, modest shrinkage instead maximizes expected R²: it keeps the genuine signal, gives big-z points the correct sign and a sensible magnitude, and refuses the wild predictions that turn one unlucky outlier into a −1 score. 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CV mean peaks near α 0.4–0.55; the typical fold keeps improving to ~0.7, so 0.40 is the robust, low-variance choice for a single private draw.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389120"/>
            <a:ext cx="3291840" cy="329184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reproducibility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2E3A6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0.0544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score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2E3A6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6916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0.0463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389120" y="2468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score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2E3A6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16916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8046720" y="2468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cleared (200 pts)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3703320"/>
            <a:ext cx="8778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solution.py — self-contained, deterministic, regenerates submission.csv exactly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HistGradientBoostingRegressor only — no external data, no leakage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 python solution.py  →  submission.csv  (Id, target)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544068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2E3A6E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440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PDF: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github.com/&lt;your-handle&gt;/spring2026-linreg-challenge</a:t>
            </a:r>
            <a:pPr indent="0" marL="0">
              <a:buNone/>
            </a:pPr>
            <a:r>
              <a:rPr lang="en-US" sz="1500" i="1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← replace with your repo link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 Challenge — Approach</dc:title>
  <dc:subject>PptxGenJS Presentation</dc:subject>
  <dc:creator>Shuonan Chen</dc:creator>
  <cp:lastModifiedBy>Shuonan Chen</cp:lastModifiedBy>
  <cp:revision>1</cp:revision>
  <dcterms:created xsi:type="dcterms:W3CDTF">2026-06-13T23:45:31Z</dcterms:created>
  <dcterms:modified xsi:type="dcterms:W3CDTF">2026-06-13T23:45:31Z</dcterms:modified>
</cp:coreProperties>
</file>